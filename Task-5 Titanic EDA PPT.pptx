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259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450" y="1155700"/>
            <a:ext cx="64770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 algn="ctr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sz="4400" b="1" u="sng" dirty="0">
                <a:solidFill>
                  <a:srgbClr val="0A2646"/>
                </a:solidFill>
                <a:latin typeface="Arial"/>
                <a:cs typeface="Arial"/>
              </a:rPr>
              <a:t>Titanic Exploratory </a:t>
            </a:r>
            <a:r>
              <a:rPr lang="en-IN" sz="44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4400" b="1" u="sng" dirty="0">
                <a:solidFill>
                  <a:srgbClr val="0A2646"/>
                </a:solidFill>
                <a:latin typeface="Arial"/>
                <a:cs typeface="Arial"/>
              </a:rPr>
              <a:t>Data </a:t>
            </a:r>
            <a:r>
              <a:rPr sz="4400" b="1" u="sng" spc="-10" dirty="0">
                <a:solidFill>
                  <a:srgbClr val="0A2646"/>
                </a:solidFill>
                <a:latin typeface="Arial"/>
                <a:cs typeface="Arial"/>
              </a:rPr>
              <a:t>Analysis</a:t>
            </a:r>
            <a:endParaRPr sz="4400" u="sng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7450" y="3517900"/>
            <a:ext cx="7239000" cy="1679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DataX Labs Internship </a:t>
            </a:r>
            <a:r>
              <a:rPr sz="2000" b="1" spc="-10" dirty="0">
                <a:latin typeface="Arial"/>
                <a:cs typeface="Arial"/>
              </a:rPr>
              <a:t>Project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Arial MT"/>
                <a:cs typeface="Arial MT"/>
              </a:rPr>
              <a:t>Prepared By: Ritika </a:t>
            </a:r>
            <a:r>
              <a:rPr sz="2000" spc="-10" dirty="0">
                <a:latin typeface="Arial MT"/>
                <a:cs typeface="Arial MT"/>
              </a:rPr>
              <a:t>Diwekar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Tools: Python, Pandas, Matplotlib, </a:t>
            </a:r>
            <a:r>
              <a:rPr sz="2000" spc="-10" dirty="0">
                <a:latin typeface="Arial MT"/>
                <a:cs typeface="Arial MT"/>
              </a:rPr>
              <a:t>Seaborn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1650" y="1841500"/>
            <a:ext cx="6781800" cy="24686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25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4400" b="1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4400" b="1" u="sng" dirty="0">
                <a:solidFill>
                  <a:srgbClr val="0A2646"/>
                </a:solidFill>
                <a:latin typeface="Arial"/>
                <a:cs typeface="Arial"/>
              </a:rPr>
              <a:t>Project </a:t>
            </a:r>
            <a:r>
              <a:rPr sz="4400" b="1" u="sng" spc="-10" dirty="0">
                <a:solidFill>
                  <a:srgbClr val="0A2646"/>
                </a:solidFill>
                <a:latin typeface="Arial"/>
                <a:cs typeface="Arial"/>
              </a:rPr>
              <a:t>Overview</a:t>
            </a:r>
            <a:endParaRPr sz="4400" u="sng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40"/>
              </a:spcBef>
            </a:pPr>
            <a:endParaRPr lang="en-IN" sz="24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640"/>
              </a:spcBef>
            </a:pPr>
            <a:r>
              <a:rPr sz="2400" dirty="0">
                <a:latin typeface="Arial MT"/>
                <a:cs typeface="Arial MT"/>
              </a:rPr>
              <a:t>This project performs Exploratory Data Analysis </a:t>
            </a:r>
            <a:r>
              <a:rPr sz="2400" b="1" dirty="0">
                <a:latin typeface="Arial MT"/>
                <a:cs typeface="Arial MT"/>
              </a:rPr>
              <a:t>(EDA) </a:t>
            </a:r>
            <a:r>
              <a:rPr sz="2400" dirty="0">
                <a:latin typeface="Arial MT"/>
                <a:cs typeface="Arial MT"/>
              </a:rPr>
              <a:t>on the Titanic dataset 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uncover </a:t>
            </a:r>
            <a:r>
              <a:rPr sz="2400" spc="-10" dirty="0">
                <a:latin typeface="Arial MT"/>
                <a:cs typeface="Arial MT"/>
              </a:rPr>
              <a:t>trends, </a:t>
            </a:r>
            <a:r>
              <a:rPr sz="2400" dirty="0">
                <a:latin typeface="Arial MT"/>
                <a:cs typeface="Arial MT"/>
              </a:rPr>
              <a:t>patterns 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 affecting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passenger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survival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3250" y="828773"/>
            <a:ext cx="50101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Age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Distribution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" y="1917700"/>
            <a:ext cx="6477000" cy="46609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7900" y="5544819"/>
            <a:ext cx="52285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1850" y="850900"/>
            <a:ext cx="46291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Fare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Distribution</a:t>
            </a:r>
            <a:r>
              <a:rPr lang="en-IN" sz="2800" b="1" u="sng" spc="-10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1841500"/>
            <a:ext cx="6525895" cy="394369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875" y="927100"/>
            <a:ext cx="2952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Age vs </a:t>
            </a:r>
            <a:r>
              <a:rPr sz="2800" b="1" u="sng" spc="-20" dirty="0">
                <a:solidFill>
                  <a:srgbClr val="0A2646"/>
                </a:solidFill>
                <a:latin typeface="Arial"/>
                <a:cs typeface="Arial"/>
              </a:rPr>
              <a:t>Fare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450" y="1917700"/>
            <a:ext cx="6705600" cy="43561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850900"/>
            <a:ext cx="47053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Survival by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Gender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32" y="1779610"/>
            <a:ext cx="6223635" cy="417668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985" y="883080"/>
            <a:ext cx="530352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 algn="ctr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Survival by Passenger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Class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2287269"/>
            <a:ext cx="6049010" cy="456946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2250" y="1003300"/>
            <a:ext cx="47053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Correlation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Heatmap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450" y="1993900"/>
            <a:ext cx="6705600" cy="41783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1850" y="927100"/>
            <a:ext cx="41719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0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 err="1">
                <a:solidFill>
                  <a:srgbClr val="0A2646"/>
                </a:solidFill>
                <a:latin typeface="Arial"/>
                <a:cs typeface="Arial"/>
              </a:rPr>
              <a:t>Pairplot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Analysis</a:t>
            </a:r>
            <a:endParaRPr sz="2800" u="sng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1917700"/>
            <a:ext cx="6629400" cy="42554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1650" y="850900"/>
            <a:ext cx="6400800" cy="3727944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25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u="sng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A2646"/>
                </a:solidFill>
                <a:latin typeface="Arial"/>
                <a:cs typeface="Arial"/>
              </a:rPr>
              <a:t>Key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Findings</a:t>
            </a:r>
            <a:endParaRPr lang="en-IN" sz="2800" b="1" u="sng" spc="-10" dirty="0">
              <a:solidFill>
                <a:srgbClr val="0A2646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  <a:tabLst>
                <a:tab pos="304800" algn="l"/>
              </a:tabLst>
            </a:pPr>
            <a:endParaRPr sz="2800" u="sng" dirty="0">
              <a:latin typeface="Arial"/>
              <a:cs typeface="Arial"/>
            </a:endParaRPr>
          </a:p>
          <a:p>
            <a:pPr marL="92075" indent="-79375" algn="just">
              <a:lnSpc>
                <a:spcPct val="100000"/>
              </a:lnSpc>
              <a:spcBef>
                <a:spcPts val="640"/>
              </a:spcBef>
              <a:buChar char="•"/>
              <a:tabLst>
                <a:tab pos="92075" algn="l"/>
              </a:tabLst>
            </a:pPr>
            <a:r>
              <a:rPr lang="en-IN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 passengers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20–40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years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old.</a:t>
            </a:r>
            <a:endParaRPr sz="2000" dirty="0">
              <a:latin typeface="Arial MT"/>
              <a:cs typeface="Arial MT"/>
            </a:endParaRPr>
          </a:p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IN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Female passengers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had significantly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higher survival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lang="en-IN" sz="2000" spc="5" dirty="0">
                <a:latin typeface="Arial MT"/>
                <a:cs typeface="Arial MT"/>
              </a:rPr>
              <a:t>        </a:t>
            </a:r>
            <a:r>
              <a:rPr sz="2000" spc="-10" dirty="0">
                <a:latin typeface="Arial MT"/>
                <a:cs typeface="Arial MT"/>
              </a:rPr>
              <a:t>rates.</a:t>
            </a:r>
            <a:endParaRPr sz="2000" dirty="0">
              <a:latin typeface="Arial MT"/>
              <a:cs typeface="Arial MT"/>
            </a:endParaRPr>
          </a:p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First-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passengers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better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chances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survival.</a:t>
            </a:r>
            <a:endParaRPr sz="2000" dirty="0">
              <a:latin typeface="Arial MT"/>
              <a:cs typeface="Arial MT"/>
            </a:endParaRPr>
          </a:p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IN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Ticket fares contained several </a:t>
            </a:r>
            <a:r>
              <a:rPr sz="2000" spc="-10" dirty="0">
                <a:latin typeface="Arial MT"/>
                <a:cs typeface="Arial MT"/>
              </a:rPr>
              <a:t>outliers.</a:t>
            </a:r>
            <a:endParaRPr sz="2000" dirty="0">
              <a:latin typeface="Arial MT"/>
              <a:cs typeface="Arial MT"/>
            </a:endParaRPr>
          </a:p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IN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Fare showed a positive relationship with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survival.</a:t>
            </a:r>
            <a:endParaRPr sz="2000" dirty="0">
              <a:latin typeface="Arial MT"/>
              <a:cs typeface="Arial MT"/>
            </a:endParaRPr>
          </a:p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IN" sz="2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Passenger Class significantly influenced survival </a:t>
            </a:r>
            <a:r>
              <a:rPr sz="2000" spc="-10" dirty="0">
                <a:latin typeface="Arial MT"/>
                <a:cs typeface="Arial MT"/>
              </a:rPr>
              <a:t>outcomes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850" y="1308100"/>
            <a:ext cx="6781800" cy="3330399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1250"/>
              </a:spcBef>
              <a:buFont typeface="MS Gothic"/>
              <a:buChar char="■"/>
              <a:tabLst>
                <a:tab pos="304800" algn="l"/>
              </a:tabLst>
            </a:pPr>
            <a:r>
              <a:rPr lang="en-IN" sz="2800" b="1" spc="-10" dirty="0">
                <a:solidFill>
                  <a:srgbClr val="0A2646"/>
                </a:solidFill>
                <a:latin typeface="Arial"/>
                <a:cs typeface="Arial"/>
              </a:rPr>
              <a:t> </a:t>
            </a:r>
            <a:r>
              <a:rPr sz="2800" b="1" u="sng" spc="-10" dirty="0">
                <a:solidFill>
                  <a:srgbClr val="0A2646"/>
                </a:solidFill>
                <a:latin typeface="Arial"/>
                <a:cs typeface="Arial"/>
              </a:rPr>
              <a:t>Conclusion</a:t>
            </a:r>
            <a:endParaRPr lang="en-IN" sz="2800" b="1" u="sng" spc="-10" dirty="0">
              <a:solidFill>
                <a:srgbClr val="0A2646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640"/>
              </a:spcBef>
            </a:pPr>
            <a:endParaRPr lang="en-IN" sz="28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64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Titanic EDA revealed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 Gender, Passenger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Class, and Fare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were the most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influential </a:t>
            </a:r>
            <a:r>
              <a:rPr sz="2000" spc="-10" dirty="0">
                <a:latin typeface="Arial MT"/>
                <a:cs typeface="Arial MT"/>
              </a:rPr>
              <a:t>factors </a:t>
            </a:r>
            <a:r>
              <a:rPr sz="2000" dirty="0">
                <a:latin typeface="Arial MT"/>
                <a:cs typeface="Arial MT"/>
              </a:rPr>
              <a:t>affecting passenger survival.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Visualizations and statistical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exploration helped uncover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meaningful </a:t>
            </a:r>
            <a:r>
              <a:rPr sz="2000" dirty="0">
                <a:latin typeface="Arial MT"/>
                <a:cs typeface="Arial MT"/>
              </a:rPr>
              <a:t>trends hidden within the dataset.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 project demonstrates how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EDA can transform raw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 </a:t>
            </a:r>
            <a:r>
              <a:rPr sz="2000" spc="-20" dirty="0">
                <a:latin typeface="Arial MT"/>
                <a:cs typeface="Arial MT"/>
              </a:rPr>
              <a:t>into </a:t>
            </a:r>
            <a:r>
              <a:rPr sz="2000" dirty="0">
                <a:latin typeface="Arial MT"/>
                <a:cs typeface="Arial MT"/>
              </a:rPr>
              <a:t>actionable insights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support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data-driven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decision-</a:t>
            </a:r>
            <a:r>
              <a:rPr sz="2000" spc="-10" dirty="0">
                <a:latin typeface="Arial MT"/>
                <a:cs typeface="Arial MT"/>
              </a:rPr>
              <a:t>making.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182</Words>
  <Application>Microsoft Office PowerPoint</Application>
  <PresentationFormat>Custom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MS Gothic</vt:lpstr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diwerkar.ritisha@gmail.com</cp:lastModifiedBy>
  <cp:revision>1</cp:revision>
  <dcterms:created xsi:type="dcterms:W3CDTF">2026-06-22T10:08:44Z</dcterms:created>
  <dcterms:modified xsi:type="dcterms:W3CDTF">2026-06-22T12:35:04Z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2026-06-22T00:00:00Z</vt:filetime>
  </property>
  <property fmtid="{D5CDD505-2E9C-101B-9397-08002B2CF9AE}" pid="6" name="Producer">
    <vt:lpwstr>ReportLab PDF Library - (opensource)</vt:lpwstr>
  </property>
</Properties>
</file>